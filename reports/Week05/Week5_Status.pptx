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0AF69-3AF9-4661-A701-3F0C936316E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06B3686-B2EB-4AEB-B385-E174B6AC73BB}">
      <dgm:prSet custT="1"/>
      <dgm:spPr/>
      <dgm:t>
        <a:bodyPr/>
        <a:lstStyle/>
        <a:p>
          <a:r>
            <a:rPr lang="en-IN" sz="2000" b="1" dirty="0"/>
            <a:t>Data Collection</a:t>
          </a:r>
        </a:p>
      </dgm:t>
    </dgm:pt>
    <dgm:pt modelId="{A3D7F5CB-F173-461D-AE85-C94F02E3F0E9}" type="parTrans" cxnId="{8239B56E-BE03-4748-8C24-E80DC3B85AE7}">
      <dgm:prSet/>
      <dgm:spPr/>
      <dgm:t>
        <a:bodyPr/>
        <a:lstStyle/>
        <a:p>
          <a:endParaRPr lang="en-IN" sz="1600" b="1"/>
        </a:p>
      </dgm:t>
    </dgm:pt>
    <dgm:pt modelId="{B8E02C74-C84F-4A51-8DA8-EDD075DEB6AF}" type="sibTrans" cxnId="{8239B56E-BE03-4748-8C24-E80DC3B85AE7}">
      <dgm:prSet/>
      <dgm:spPr/>
      <dgm:t>
        <a:bodyPr/>
        <a:lstStyle/>
        <a:p>
          <a:endParaRPr lang="en-IN" sz="1600" b="1"/>
        </a:p>
      </dgm:t>
    </dgm:pt>
    <dgm:pt modelId="{86A62C34-1813-44BD-808A-B81A58433574}">
      <dgm:prSet custT="1"/>
      <dgm:spPr/>
      <dgm:t>
        <a:bodyPr/>
        <a:lstStyle/>
        <a:p>
          <a:r>
            <a:rPr lang="en-IN" sz="2000" b="1"/>
            <a:t>Data Cleaning</a:t>
          </a:r>
        </a:p>
      </dgm:t>
    </dgm:pt>
    <dgm:pt modelId="{DEAC96C9-2E78-47AF-9B7F-70548985BB98}" type="parTrans" cxnId="{4CA9B669-9116-44C7-A1FE-BD987D286DB7}">
      <dgm:prSet/>
      <dgm:spPr/>
      <dgm:t>
        <a:bodyPr/>
        <a:lstStyle/>
        <a:p>
          <a:endParaRPr lang="en-IN" sz="1600" b="1"/>
        </a:p>
      </dgm:t>
    </dgm:pt>
    <dgm:pt modelId="{A97EC32D-4A4D-41E4-B7C9-A167D5B828AE}" type="sibTrans" cxnId="{4CA9B669-9116-44C7-A1FE-BD987D286DB7}">
      <dgm:prSet/>
      <dgm:spPr/>
      <dgm:t>
        <a:bodyPr/>
        <a:lstStyle/>
        <a:p>
          <a:endParaRPr lang="en-IN" sz="1600" b="1"/>
        </a:p>
      </dgm:t>
    </dgm:pt>
    <dgm:pt modelId="{57A602E4-7A25-4CEC-B937-CE2BD12E69A9}">
      <dgm:prSet custT="1"/>
      <dgm:spPr/>
      <dgm:t>
        <a:bodyPr/>
        <a:lstStyle/>
        <a:p>
          <a:r>
            <a:rPr lang="en-IN" sz="2000" b="1"/>
            <a:t>EDA</a:t>
          </a:r>
        </a:p>
      </dgm:t>
    </dgm:pt>
    <dgm:pt modelId="{20FD9AC3-0F29-4E50-973E-EB6F164661C5}" type="parTrans" cxnId="{C0A6E1B7-18A8-41BB-BBBA-4CC1AB2B280A}">
      <dgm:prSet/>
      <dgm:spPr/>
      <dgm:t>
        <a:bodyPr/>
        <a:lstStyle/>
        <a:p>
          <a:endParaRPr lang="en-IN" sz="1600" b="1"/>
        </a:p>
      </dgm:t>
    </dgm:pt>
    <dgm:pt modelId="{04A043D3-DF9F-493C-B9BD-855BF0D87614}" type="sibTrans" cxnId="{C0A6E1B7-18A8-41BB-BBBA-4CC1AB2B280A}">
      <dgm:prSet/>
      <dgm:spPr/>
      <dgm:t>
        <a:bodyPr/>
        <a:lstStyle/>
        <a:p>
          <a:endParaRPr lang="en-IN" sz="1600" b="1"/>
        </a:p>
      </dgm:t>
    </dgm:pt>
    <dgm:pt modelId="{8481981A-1D85-4BF5-9FCC-4E2B8C705568}">
      <dgm:prSet custT="1"/>
      <dgm:spPr/>
      <dgm:t>
        <a:bodyPr/>
        <a:lstStyle/>
        <a:p>
          <a:r>
            <a:rPr lang="en-IN" sz="2000" b="1"/>
            <a:t>Dashboard Development</a:t>
          </a:r>
        </a:p>
      </dgm:t>
    </dgm:pt>
    <dgm:pt modelId="{12704F1D-E03A-4EE4-8F3C-A9E485C78369}" type="parTrans" cxnId="{201D25A8-15CD-408A-AAA2-7D48AF24CB0C}">
      <dgm:prSet/>
      <dgm:spPr/>
      <dgm:t>
        <a:bodyPr/>
        <a:lstStyle/>
        <a:p>
          <a:endParaRPr lang="en-IN" sz="1600" b="1"/>
        </a:p>
      </dgm:t>
    </dgm:pt>
    <dgm:pt modelId="{4D59AF2B-04A2-4FCB-982A-1178A94F9AD6}" type="sibTrans" cxnId="{201D25A8-15CD-408A-AAA2-7D48AF24CB0C}">
      <dgm:prSet/>
      <dgm:spPr/>
      <dgm:t>
        <a:bodyPr/>
        <a:lstStyle/>
        <a:p>
          <a:endParaRPr lang="en-IN" sz="1600" b="1"/>
        </a:p>
      </dgm:t>
    </dgm:pt>
    <dgm:pt modelId="{52AF14BC-5388-49D5-9B9A-2849380D0B39}">
      <dgm:prSet custT="1"/>
      <dgm:spPr/>
      <dgm:t>
        <a:bodyPr/>
        <a:lstStyle/>
        <a:p>
          <a:r>
            <a:rPr lang="en-IN" sz="2000" b="1"/>
            <a:t>Business Insights</a:t>
          </a:r>
        </a:p>
      </dgm:t>
    </dgm:pt>
    <dgm:pt modelId="{DBCE1188-42F2-44FF-856B-7D84CF8AB968}" type="parTrans" cxnId="{BB92204E-D83F-4099-9C92-8BFB736F9095}">
      <dgm:prSet/>
      <dgm:spPr/>
      <dgm:t>
        <a:bodyPr/>
        <a:lstStyle/>
        <a:p>
          <a:endParaRPr lang="en-IN" sz="1600" b="1"/>
        </a:p>
      </dgm:t>
    </dgm:pt>
    <dgm:pt modelId="{F80AB90D-7332-4E1B-9E96-656DE4AB3BC2}" type="sibTrans" cxnId="{BB92204E-D83F-4099-9C92-8BFB736F9095}">
      <dgm:prSet/>
      <dgm:spPr/>
      <dgm:t>
        <a:bodyPr/>
        <a:lstStyle/>
        <a:p>
          <a:endParaRPr lang="en-IN" sz="1600" b="1"/>
        </a:p>
      </dgm:t>
    </dgm:pt>
    <dgm:pt modelId="{F7681F7B-D708-4BE0-96B2-19CC2EC2CF10}" type="pres">
      <dgm:prSet presAssocID="{D440AF69-3AF9-4661-A701-3F0C936316E2}" presName="Name0" presStyleCnt="0">
        <dgm:presLayoutVars>
          <dgm:dir/>
          <dgm:animLvl val="lvl"/>
          <dgm:resizeHandles val="exact"/>
        </dgm:presLayoutVars>
      </dgm:prSet>
      <dgm:spPr/>
    </dgm:pt>
    <dgm:pt modelId="{B00B3087-03E6-4C59-ABCC-C8786A2BAC38}" type="pres">
      <dgm:prSet presAssocID="{A06B3686-B2EB-4AEB-B385-E174B6AC73BB}" presName="linNode" presStyleCnt="0"/>
      <dgm:spPr/>
    </dgm:pt>
    <dgm:pt modelId="{963E3A9E-CF7D-41BC-887C-5DB1EDCB1BB6}" type="pres">
      <dgm:prSet presAssocID="{A06B3686-B2EB-4AEB-B385-E174B6AC73BB}" presName="parentText" presStyleLbl="node1" presStyleIdx="0" presStyleCnt="5" custScaleX="175181">
        <dgm:presLayoutVars>
          <dgm:chMax val="1"/>
          <dgm:bulletEnabled val="1"/>
        </dgm:presLayoutVars>
      </dgm:prSet>
      <dgm:spPr/>
    </dgm:pt>
    <dgm:pt modelId="{399DC21F-ECD0-4684-A5C8-6FE5AD3D6F06}" type="pres">
      <dgm:prSet presAssocID="{B8E02C74-C84F-4A51-8DA8-EDD075DEB6AF}" presName="sp" presStyleCnt="0"/>
      <dgm:spPr/>
    </dgm:pt>
    <dgm:pt modelId="{398B29EC-5954-4EA3-A466-863EF8412F5D}" type="pres">
      <dgm:prSet presAssocID="{86A62C34-1813-44BD-808A-B81A58433574}" presName="linNode" presStyleCnt="0"/>
      <dgm:spPr/>
    </dgm:pt>
    <dgm:pt modelId="{6FB22186-E23B-4427-A371-2F011DE8C33C}" type="pres">
      <dgm:prSet presAssocID="{86A62C34-1813-44BD-808A-B81A58433574}" presName="parentText" presStyleLbl="node1" presStyleIdx="1" presStyleCnt="5" custScaleX="175181">
        <dgm:presLayoutVars>
          <dgm:chMax val="1"/>
          <dgm:bulletEnabled val="1"/>
        </dgm:presLayoutVars>
      </dgm:prSet>
      <dgm:spPr/>
    </dgm:pt>
    <dgm:pt modelId="{657F2923-42A6-43A8-B93C-834AB88EFF29}" type="pres">
      <dgm:prSet presAssocID="{A97EC32D-4A4D-41E4-B7C9-A167D5B828AE}" presName="sp" presStyleCnt="0"/>
      <dgm:spPr/>
    </dgm:pt>
    <dgm:pt modelId="{BC34079C-89C7-463F-9252-D046E8A2FD74}" type="pres">
      <dgm:prSet presAssocID="{57A602E4-7A25-4CEC-B937-CE2BD12E69A9}" presName="linNode" presStyleCnt="0"/>
      <dgm:spPr/>
    </dgm:pt>
    <dgm:pt modelId="{8086F8FB-C642-4D9C-868F-A4832EB247F8}" type="pres">
      <dgm:prSet presAssocID="{57A602E4-7A25-4CEC-B937-CE2BD12E69A9}" presName="parentText" presStyleLbl="node1" presStyleIdx="2" presStyleCnt="5" custScaleX="175181">
        <dgm:presLayoutVars>
          <dgm:chMax val="1"/>
          <dgm:bulletEnabled val="1"/>
        </dgm:presLayoutVars>
      </dgm:prSet>
      <dgm:spPr/>
    </dgm:pt>
    <dgm:pt modelId="{211FE57B-6663-45E1-B20C-CA836971C3C2}" type="pres">
      <dgm:prSet presAssocID="{04A043D3-DF9F-493C-B9BD-855BF0D87614}" presName="sp" presStyleCnt="0"/>
      <dgm:spPr/>
    </dgm:pt>
    <dgm:pt modelId="{F02157B1-C8DE-411E-B25D-3CB78A9D2593}" type="pres">
      <dgm:prSet presAssocID="{8481981A-1D85-4BF5-9FCC-4E2B8C705568}" presName="linNode" presStyleCnt="0"/>
      <dgm:spPr/>
    </dgm:pt>
    <dgm:pt modelId="{BF71D316-64B9-4403-A49A-4492D1EA8A30}" type="pres">
      <dgm:prSet presAssocID="{8481981A-1D85-4BF5-9FCC-4E2B8C705568}" presName="parentText" presStyleLbl="node1" presStyleIdx="3" presStyleCnt="5" custScaleX="175181">
        <dgm:presLayoutVars>
          <dgm:chMax val="1"/>
          <dgm:bulletEnabled val="1"/>
        </dgm:presLayoutVars>
      </dgm:prSet>
      <dgm:spPr/>
    </dgm:pt>
    <dgm:pt modelId="{FCDCA768-9AA0-4C41-8490-D906CB58E29D}" type="pres">
      <dgm:prSet presAssocID="{4D59AF2B-04A2-4FCB-982A-1178A94F9AD6}" presName="sp" presStyleCnt="0"/>
      <dgm:spPr/>
    </dgm:pt>
    <dgm:pt modelId="{1F8B010A-5BF8-41B7-B2B4-3F96D6862C52}" type="pres">
      <dgm:prSet presAssocID="{52AF14BC-5388-49D5-9B9A-2849380D0B39}" presName="linNode" presStyleCnt="0"/>
      <dgm:spPr/>
    </dgm:pt>
    <dgm:pt modelId="{9AEAEE19-BD22-443C-8E40-2B8810F19027}" type="pres">
      <dgm:prSet presAssocID="{52AF14BC-5388-49D5-9B9A-2849380D0B39}" presName="parentText" presStyleLbl="node1" presStyleIdx="4" presStyleCnt="5" custScaleX="175181">
        <dgm:presLayoutVars>
          <dgm:chMax val="1"/>
          <dgm:bulletEnabled val="1"/>
        </dgm:presLayoutVars>
      </dgm:prSet>
      <dgm:spPr/>
    </dgm:pt>
  </dgm:ptLst>
  <dgm:cxnLst>
    <dgm:cxn modelId="{3A152965-6308-49EE-BD6D-FA6639A7488E}" type="presOf" srcId="{8481981A-1D85-4BF5-9FCC-4E2B8C705568}" destId="{BF71D316-64B9-4403-A49A-4492D1EA8A30}" srcOrd="0" destOrd="0" presId="urn:microsoft.com/office/officeart/2005/8/layout/vList5"/>
    <dgm:cxn modelId="{4CA9B669-9116-44C7-A1FE-BD987D286DB7}" srcId="{D440AF69-3AF9-4661-A701-3F0C936316E2}" destId="{86A62C34-1813-44BD-808A-B81A58433574}" srcOrd="1" destOrd="0" parTransId="{DEAC96C9-2E78-47AF-9B7F-70548985BB98}" sibTransId="{A97EC32D-4A4D-41E4-B7C9-A167D5B828AE}"/>
    <dgm:cxn modelId="{BB92204E-D83F-4099-9C92-8BFB736F9095}" srcId="{D440AF69-3AF9-4661-A701-3F0C936316E2}" destId="{52AF14BC-5388-49D5-9B9A-2849380D0B39}" srcOrd="4" destOrd="0" parTransId="{DBCE1188-42F2-44FF-856B-7D84CF8AB968}" sibTransId="{F80AB90D-7332-4E1B-9E96-656DE4AB3BC2}"/>
    <dgm:cxn modelId="{8239B56E-BE03-4748-8C24-E80DC3B85AE7}" srcId="{D440AF69-3AF9-4661-A701-3F0C936316E2}" destId="{A06B3686-B2EB-4AEB-B385-E174B6AC73BB}" srcOrd="0" destOrd="0" parTransId="{A3D7F5CB-F173-461D-AE85-C94F02E3F0E9}" sibTransId="{B8E02C74-C84F-4A51-8DA8-EDD075DEB6AF}"/>
    <dgm:cxn modelId="{201D25A8-15CD-408A-AAA2-7D48AF24CB0C}" srcId="{D440AF69-3AF9-4661-A701-3F0C936316E2}" destId="{8481981A-1D85-4BF5-9FCC-4E2B8C705568}" srcOrd="3" destOrd="0" parTransId="{12704F1D-E03A-4EE4-8F3C-A9E485C78369}" sibTransId="{4D59AF2B-04A2-4FCB-982A-1178A94F9AD6}"/>
    <dgm:cxn modelId="{CE2ABAAE-0BB0-414F-8C1E-EF42270F382C}" type="presOf" srcId="{86A62C34-1813-44BD-808A-B81A58433574}" destId="{6FB22186-E23B-4427-A371-2F011DE8C33C}" srcOrd="0" destOrd="0" presId="urn:microsoft.com/office/officeart/2005/8/layout/vList5"/>
    <dgm:cxn modelId="{6351A5B0-8867-4DDB-9002-30E790F10497}" type="presOf" srcId="{A06B3686-B2EB-4AEB-B385-E174B6AC73BB}" destId="{963E3A9E-CF7D-41BC-887C-5DB1EDCB1BB6}" srcOrd="0" destOrd="0" presId="urn:microsoft.com/office/officeart/2005/8/layout/vList5"/>
    <dgm:cxn modelId="{230FC2B2-3F0F-47EE-A80F-BE87D8A8F2E6}" type="presOf" srcId="{D440AF69-3AF9-4661-A701-3F0C936316E2}" destId="{F7681F7B-D708-4BE0-96B2-19CC2EC2CF10}" srcOrd="0" destOrd="0" presId="urn:microsoft.com/office/officeart/2005/8/layout/vList5"/>
    <dgm:cxn modelId="{C0A6E1B7-18A8-41BB-BBBA-4CC1AB2B280A}" srcId="{D440AF69-3AF9-4661-A701-3F0C936316E2}" destId="{57A602E4-7A25-4CEC-B937-CE2BD12E69A9}" srcOrd="2" destOrd="0" parTransId="{20FD9AC3-0F29-4E50-973E-EB6F164661C5}" sibTransId="{04A043D3-DF9F-493C-B9BD-855BF0D87614}"/>
    <dgm:cxn modelId="{FCF18FB9-4FE8-4EFC-9409-77B850B5EB16}" type="presOf" srcId="{57A602E4-7A25-4CEC-B937-CE2BD12E69A9}" destId="{8086F8FB-C642-4D9C-868F-A4832EB247F8}" srcOrd="0" destOrd="0" presId="urn:microsoft.com/office/officeart/2005/8/layout/vList5"/>
    <dgm:cxn modelId="{3A962BC1-1309-40C5-837E-7280727D749D}" type="presOf" srcId="{52AF14BC-5388-49D5-9B9A-2849380D0B39}" destId="{9AEAEE19-BD22-443C-8E40-2B8810F19027}" srcOrd="0" destOrd="0" presId="urn:microsoft.com/office/officeart/2005/8/layout/vList5"/>
    <dgm:cxn modelId="{79A502F9-913C-49FE-AA1B-123A15D12499}" type="presParOf" srcId="{F7681F7B-D708-4BE0-96B2-19CC2EC2CF10}" destId="{B00B3087-03E6-4C59-ABCC-C8786A2BAC38}" srcOrd="0" destOrd="0" presId="urn:microsoft.com/office/officeart/2005/8/layout/vList5"/>
    <dgm:cxn modelId="{A1ACC223-417D-47B2-922E-E0755242C1ED}" type="presParOf" srcId="{B00B3087-03E6-4C59-ABCC-C8786A2BAC38}" destId="{963E3A9E-CF7D-41BC-887C-5DB1EDCB1BB6}" srcOrd="0" destOrd="0" presId="urn:microsoft.com/office/officeart/2005/8/layout/vList5"/>
    <dgm:cxn modelId="{F1A36128-9195-4524-881A-3D88F6A55EB0}" type="presParOf" srcId="{F7681F7B-D708-4BE0-96B2-19CC2EC2CF10}" destId="{399DC21F-ECD0-4684-A5C8-6FE5AD3D6F06}" srcOrd="1" destOrd="0" presId="urn:microsoft.com/office/officeart/2005/8/layout/vList5"/>
    <dgm:cxn modelId="{DB10F14C-77E9-4D87-B967-1109C756AADA}" type="presParOf" srcId="{F7681F7B-D708-4BE0-96B2-19CC2EC2CF10}" destId="{398B29EC-5954-4EA3-A466-863EF8412F5D}" srcOrd="2" destOrd="0" presId="urn:microsoft.com/office/officeart/2005/8/layout/vList5"/>
    <dgm:cxn modelId="{D3DBDA84-1979-475D-97C4-4882FE4B5CF4}" type="presParOf" srcId="{398B29EC-5954-4EA3-A466-863EF8412F5D}" destId="{6FB22186-E23B-4427-A371-2F011DE8C33C}" srcOrd="0" destOrd="0" presId="urn:microsoft.com/office/officeart/2005/8/layout/vList5"/>
    <dgm:cxn modelId="{7E2F209E-8F7A-48E0-BC3C-5EBB84A4B22F}" type="presParOf" srcId="{F7681F7B-D708-4BE0-96B2-19CC2EC2CF10}" destId="{657F2923-42A6-43A8-B93C-834AB88EFF29}" srcOrd="3" destOrd="0" presId="urn:microsoft.com/office/officeart/2005/8/layout/vList5"/>
    <dgm:cxn modelId="{0A8B78FD-1CCA-431F-B38B-D5BE445FD0B2}" type="presParOf" srcId="{F7681F7B-D708-4BE0-96B2-19CC2EC2CF10}" destId="{BC34079C-89C7-463F-9252-D046E8A2FD74}" srcOrd="4" destOrd="0" presId="urn:microsoft.com/office/officeart/2005/8/layout/vList5"/>
    <dgm:cxn modelId="{997EB32E-CD72-4F74-9B2D-426C33054E8B}" type="presParOf" srcId="{BC34079C-89C7-463F-9252-D046E8A2FD74}" destId="{8086F8FB-C642-4D9C-868F-A4832EB247F8}" srcOrd="0" destOrd="0" presId="urn:microsoft.com/office/officeart/2005/8/layout/vList5"/>
    <dgm:cxn modelId="{F9EF741A-2F21-4FDB-84A0-B9FE3FDDA45F}" type="presParOf" srcId="{F7681F7B-D708-4BE0-96B2-19CC2EC2CF10}" destId="{211FE57B-6663-45E1-B20C-CA836971C3C2}" srcOrd="5" destOrd="0" presId="urn:microsoft.com/office/officeart/2005/8/layout/vList5"/>
    <dgm:cxn modelId="{0A8EF854-E43F-4078-841C-76BB22ECD544}" type="presParOf" srcId="{F7681F7B-D708-4BE0-96B2-19CC2EC2CF10}" destId="{F02157B1-C8DE-411E-B25D-3CB78A9D2593}" srcOrd="6" destOrd="0" presId="urn:microsoft.com/office/officeart/2005/8/layout/vList5"/>
    <dgm:cxn modelId="{A525C5EA-A8A0-42A6-84F2-0CD64360C9B1}" type="presParOf" srcId="{F02157B1-C8DE-411E-B25D-3CB78A9D2593}" destId="{BF71D316-64B9-4403-A49A-4492D1EA8A30}" srcOrd="0" destOrd="0" presId="urn:microsoft.com/office/officeart/2005/8/layout/vList5"/>
    <dgm:cxn modelId="{39D63ECB-8557-407D-84A3-C9A90A71C834}" type="presParOf" srcId="{F7681F7B-D708-4BE0-96B2-19CC2EC2CF10}" destId="{FCDCA768-9AA0-4C41-8490-D906CB58E29D}" srcOrd="7" destOrd="0" presId="urn:microsoft.com/office/officeart/2005/8/layout/vList5"/>
    <dgm:cxn modelId="{09FF0334-5DA5-4E4A-8F8B-30514464D598}" type="presParOf" srcId="{F7681F7B-D708-4BE0-96B2-19CC2EC2CF10}" destId="{1F8B010A-5BF8-41B7-B2B4-3F96D6862C52}" srcOrd="8" destOrd="0" presId="urn:microsoft.com/office/officeart/2005/8/layout/vList5"/>
    <dgm:cxn modelId="{207A4172-8907-459F-B68D-158C0C56DB62}" type="presParOf" srcId="{1F8B010A-5BF8-41B7-B2B4-3F96D6862C52}" destId="{9AEAEE19-BD22-443C-8E40-2B8810F1902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E8621C-E4D6-4BF1-9CAE-7208B233FF8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6F2F629-289A-42F4-93A0-9FCC3404EFF5}">
      <dgm:prSet phldrT="[Text]" phldr="0"/>
      <dgm:spPr/>
      <dgm:t>
        <a:bodyPr/>
        <a:lstStyle/>
        <a:p>
          <a:r>
            <a:rPr lang="en-IN" dirty="0"/>
            <a:t>PYTHON</a:t>
          </a:r>
        </a:p>
      </dgm:t>
    </dgm:pt>
    <dgm:pt modelId="{8E4677D2-4F4D-4827-BD13-AC833DA325AD}" type="parTrans" cxnId="{DABB1080-A4BE-40B6-957E-858053C1D77C}">
      <dgm:prSet/>
      <dgm:spPr/>
      <dgm:t>
        <a:bodyPr/>
        <a:lstStyle/>
        <a:p>
          <a:endParaRPr lang="en-IN"/>
        </a:p>
      </dgm:t>
    </dgm:pt>
    <dgm:pt modelId="{226E0F4B-EA89-4521-A10C-F6DC85BC186D}" type="sibTrans" cxnId="{DABB1080-A4BE-40B6-957E-858053C1D77C}">
      <dgm:prSet/>
      <dgm:spPr/>
      <dgm:t>
        <a:bodyPr/>
        <a:lstStyle/>
        <a:p>
          <a:endParaRPr lang="en-IN"/>
        </a:p>
      </dgm:t>
    </dgm:pt>
    <dgm:pt modelId="{05779C0C-2D14-4837-B195-66C7EDD0B77B}">
      <dgm:prSet phldrT="[Text]" phldr="0"/>
      <dgm:spPr/>
      <dgm:t>
        <a:bodyPr/>
        <a:lstStyle/>
        <a:p>
          <a:r>
            <a:rPr lang="en-IN" dirty="0"/>
            <a:t>SQL</a:t>
          </a:r>
        </a:p>
      </dgm:t>
    </dgm:pt>
    <dgm:pt modelId="{094B2494-724F-45B8-B7E4-948D59035F8C}" type="parTrans" cxnId="{F95360A9-2E4D-49B7-9730-D9FA8F873713}">
      <dgm:prSet/>
      <dgm:spPr/>
      <dgm:t>
        <a:bodyPr/>
        <a:lstStyle/>
        <a:p>
          <a:endParaRPr lang="en-IN"/>
        </a:p>
      </dgm:t>
    </dgm:pt>
    <dgm:pt modelId="{D47E006C-FF7C-4E49-9E24-E3A26E7D3155}" type="sibTrans" cxnId="{F95360A9-2E4D-49B7-9730-D9FA8F873713}">
      <dgm:prSet/>
      <dgm:spPr/>
      <dgm:t>
        <a:bodyPr/>
        <a:lstStyle/>
        <a:p>
          <a:endParaRPr lang="en-IN"/>
        </a:p>
      </dgm:t>
    </dgm:pt>
    <dgm:pt modelId="{407577A8-F199-47B3-9AA1-9B6BD52803A9}">
      <dgm:prSet phldrT="[Text]" phldr="0"/>
      <dgm:spPr/>
      <dgm:t>
        <a:bodyPr/>
        <a:lstStyle/>
        <a:p>
          <a:r>
            <a:rPr lang="en-IN" dirty="0"/>
            <a:t>POWER BI</a:t>
          </a:r>
        </a:p>
      </dgm:t>
    </dgm:pt>
    <dgm:pt modelId="{D91E5FEA-19F4-48AA-ABF8-84B54B71C9EB}" type="parTrans" cxnId="{15E21A09-BB2F-4D81-8233-F4278BEF01CA}">
      <dgm:prSet/>
      <dgm:spPr/>
      <dgm:t>
        <a:bodyPr/>
        <a:lstStyle/>
        <a:p>
          <a:endParaRPr lang="en-IN"/>
        </a:p>
      </dgm:t>
    </dgm:pt>
    <dgm:pt modelId="{92FA3D7E-6585-4F4C-BED8-3C4EB7B4FEEB}" type="sibTrans" cxnId="{15E21A09-BB2F-4D81-8233-F4278BEF01CA}">
      <dgm:prSet/>
      <dgm:spPr/>
      <dgm:t>
        <a:bodyPr/>
        <a:lstStyle/>
        <a:p>
          <a:endParaRPr lang="en-IN"/>
        </a:p>
      </dgm:t>
    </dgm:pt>
    <dgm:pt modelId="{4988CD99-AB37-41E8-9A98-6C06F3C9E735}">
      <dgm:prSet phldrT="[Text]" phldr="0"/>
      <dgm:spPr/>
      <dgm:t>
        <a:bodyPr/>
        <a:lstStyle/>
        <a:p>
          <a:r>
            <a:rPr lang="en-IN" dirty="0"/>
            <a:t>CSV DATASETS</a:t>
          </a:r>
        </a:p>
      </dgm:t>
    </dgm:pt>
    <dgm:pt modelId="{69CCBFF6-DEDB-4014-878A-53DCBBAC4C8C}" type="parTrans" cxnId="{F1D6BCAD-7D35-45E7-AB4A-BA623B3AC8AB}">
      <dgm:prSet/>
      <dgm:spPr/>
      <dgm:t>
        <a:bodyPr/>
        <a:lstStyle/>
        <a:p>
          <a:endParaRPr lang="en-IN"/>
        </a:p>
      </dgm:t>
    </dgm:pt>
    <dgm:pt modelId="{26A68A55-15AA-4A8E-8BBD-3920905E000B}" type="sibTrans" cxnId="{F1D6BCAD-7D35-45E7-AB4A-BA623B3AC8AB}">
      <dgm:prSet/>
      <dgm:spPr/>
      <dgm:t>
        <a:bodyPr/>
        <a:lstStyle/>
        <a:p>
          <a:endParaRPr lang="en-IN"/>
        </a:p>
      </dgm:t>
    </dgm:pt>
    <dgm:pt modelId="{5B0F3125-8A0D-43AD-B087-0D87601B21B0}" type="pres">
      <dgm:prSet presAssocID="{C5E8621C-E4D6-4BF1-9CAE-7208B233FF80}" presName="linear" presStyleCnt="0">
        <dgm:presLayoutVars>
          <dgm:dir/>
          <dgm:animLvl val="lvl"/>
          <dgm:resizeHandles val="exact"/>
        </dgm:presLayoutVars>
      </dgm:prSet>
      <dgm:spPr/>
    </dgm:pt>
    <dgm:pt modelId="{E40833CC-D8A2-4B57-9786-BC5F32BE37C0}" type="pres">
      <dgm:prSet presAssocID="{36F2F629-289A-42F4-93A0-9FCC3404EFF5}" presName="parentLin" presStyleCnt="0"/>
      <dgm:spPr/>
    </dgm:pt>
    <dgm:pt modelId="{C9492292-CF97-4A70-918F-0F96F6641307}" type="pres">
      <dgm:prSet presAssocID="{36F2F629-289A-42F4-93A0-9FCC3404EFF5}" presName="parentLeftMargin" presStyleLbl="node1" presStyleIdx="0" presStyleCnt="4"/>
      <dgm:spPr/>
    </dgm:pt>
    <dgm:pt modelId="{EA62B43F-3181-4861-85D5-9F57F95EB4CC}" type="pres">
      <dgm:prSet presAssocID="{36F2F629-289A-42F4-93A0-9FCC3404EF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06B571-B004-4F37-92F9-0ED4E3D642BE}" type="pres">
      <dgm:prSet presAssocID="{36F2F629-289A-42F4-93A0-9FCC3404EFF5}" presName="negativeSpace" presStyleCnt="0"/>
      <dgm:spPr/>
    </dgm:pt>
    <dgm:pt modelId="{9CCF5D31-2A69-4F43-9B6D-699C5F6E85CB}" type="pres">
      <dgm:prSet presAssocID="{36F2F629-289A-42F4-93A0-9FCC3404EFF5}" presName="childText" presStyleLbl="conFgAcc1" presStyleIdx="0" presStyleCnt="4">
        <dgm:presLayoutVars>
          <dgm:bulletEnabled val="1"/>
        </dgm:presLayoutVars>
      </dgm:prSet>
      <dgm:spPr/>
    </dgm:pt>
    <dgm:pt modelId="{C970227E-4D1C-4004-97E8-35BB76F0D2C1}" type="pres">
      <dgm:prSet presAssocID="{226E0F4B-EA89-4521-A10C-F6DC85BC186D}" presName="spaceBetweenRectangles" presStyleCnt="0"/>
      <dgm:spPr/>
    </dgm:pt>
    <dgm:pt modelId="{7F41B5B9-0B52-4DE1-8AAA-B4C9C0436A47}" type="pres">
      <dgm:prSet presAssocID="{05779C0C-2D14-4837-B195-66C7EDD0B77B}" presName="parentLin" presStyleCnt="0"/>
      <dgm:spPr/>
    </dgm:pt>
    <dgm:pt modelId="{F14732CD-99D5-4560-8E8B-EB4CE99C6E97}" type="pres">
      <dgm:prSet presAssocID="{05779C0C-2D14-4837-B195-66C7EDD0B77B}" presName="parentLeftMargin" presStyleLbl="node1" presStyleIdx="0" presStyleCnt="4"/>
      <dgm:spPr/>
    </dgm:pt>
    <dgm:pt modelId="{8315FCC0-EB0F-4A5D-94D2-218E90488CC5}" type="pres">
      <dgm:prSet presAssocID="{05779C0C-2D14-4837-B195-66C7EDD0B7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97EFE7F-CEF4-465A-A73C-CEEEA4A3780E}" type="pres">
      <dgm:prSet presAssocID="{05779C0C-2D14-4837-B195-66C7EDD0B77B}" presName="negativeSpace" presStyleCnt="0"/>
      <dgm:spPr/>
    </dgm:pt>
    <dgm:pt modelId="{A2C283C6-C62F-4900-9638-833972D98915}" type="pres">
      <dgm:prSet presAssocID="{05779C0C-2D14-4837-B195-66C7EDD0B77B}" presName="childText" presStyleLbl="conFgAcc1" presStyleIdx="1" presStyleCnt="4">
        <dgm:presLayoutVars>
          <dgm:bulletEnabled val="1"/>
        </dgm:presLayoutVars>
      </dgm:prSet>
      <dgm:spPr/>
    </dgm:pt>
    <dgm:pt modelId="{1DFFB29C-6EA1-40BF-A74B-956C61023D9D}" type="pres">
      <dgm:prSet presAssocID="{D47E006C-FF7C-4E49-9E24-E3A26E7D3155}" presName="spaceBetweenRectangles" presStyleCnt="0"/>
      <dgm:spPr/>
    </dgm:pt>
    <dgm:pt modelId="{EAF85E36-9A44-4068-AA6F-5208DD04CEC8}" type="pres">
      <dgm:prSet presAssocID="{407577A8-F199-47B3-9AA1-9B6BD52803A9}" presName="parentLin" presStyleCnt="0"/>
      <dgm:spPr/>
    </dgm:pt>
    <dgm:pt modelId="{47A7D3AD-92A1-4931-93E2-9CCB580462A9}" type="pres">
      <dgm:prSet presAssocID="{407577A8-F199-47B3-9AA1-9B6BD52803A9}" presName="parentLeftMargin" presStyleLbl="node1" presStyleIdx="1" presStyleCnt="4"/>
      <dgm:spPr/>
    </dgm:pt>
    <dgm:pt modelId="{F30F7A69-0E3F-47B4-B452-E21BC11D0D06}" type="pres">
      <dgm:prSet presAssocID="{407577A8-F199-47B3-9AA1-9B6BD52803A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A28266-DA04-44FE-9FCF-15A9D9546B5F}" type="pres">
      <dgm:prSet presAssocID="{407577A8-F199-47B3-9AA1-9B6BD52803A9}" presName="negativeSpace" presStyleCnt="0"/>
      <dgm:spPr/>
    </dgm:pt>
    <dgm:pt modelId="{87A1288A-2F7D-4AAA-9C30-B71CA0F0A9ED}" type="pres">
      <dgm:prSet presAssocID="{407577A8-F199-47B3-9AA1-9B6BD52803A9}" presName="childText" presStyleLbl="conFgAcc1" presStyleIdx="2" presStyleCnt="4">
        <dgm:presLayoutVars>
          <dgm:bulletEnabled val="1"/>
        </dgm:presLayoutVars>
      </dgm:prSet>
      <dgm:spPr/>
    </dgm:pt>
    <dgm:pt modelId="{35255B71-3401-402C-AA6B-D0628AA214FE}" type="pres">
      <dgm:prSet presAssocID="{92FA3D7E-6585-4F4C-BED8-3C4EB7B4FEEB}" presName="spaceBetweenRectangles" presStyleCnt="0"/>
      <dgm:spPr/>
    </dgm:pt>
    <dgm:pt modelId="{17B5123E-5398-4A2A-BBDB-4202515CE6F7}" type="pres">
      <dgm:prSet presAssocID="{4988CD99-AB37-41E8-9A98-6C06F3C9E735}" presName="parentLin" presStyleCnt="0"/>
      <dgm:spPr/>
    </dgm:pt>
    <dgm:pt modelId="{39F31B9B-EEEB-4929-BE9F-95F4E146716E}" type="pres">
      <dgm:prSet presAssocID="{4988CD99-AB37-41E8-9A98-6C06F3C9E735}" presName="parentLeftMargin" presStyleLbl="node1" presStyleIdx="2" presStyleCnt="4"/>
      <dgm:spPr/>
    </dgm:pt>
    <dgm:pt modelId="{B13517A6-FB8D-4779-B984-930253162C07}" type="pres">
      <dgm:prSet presAssocID="{4988CD99-AB37-41E8-9A98-6C06F3C9E73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25D3DC7-23E2-4755-98AB-5CBBE235A4AF}" type="pres">
      <dgm:prSet presAssocID="{4988CD99-AB37-41E8-9A98-6C06F3C9E735}" presName="negativeSpace" presStyleCnt="0"/>
      <dgm:spPr/>
    </dgm:pt>
    <dgm:pt modelId="{CB9FE598-442C-43FF-A57D-70675FE0DADC}" type="pres">
      <dgm:prSet presAssocID="{4988CD99-AB37-41E8-9A98-6C06F3C9E73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5E21A09-BB2F-4D81-8233-F4278BEF01CA}" srcId="{C5E8621C-E4D6-4BF1-9CAE-7208B233FF80}" destId="{407577A8-F199-47B3-9AA1-9B6BD52803A9}" srcOrd="2" destOrd="0" parTransId="{D91E5FEA-19F4-48AA-ABF8-84B54B71C9EB}" sibTransId="{92FA3D7E-6585-4F4C-BED8-3C4EB7B4FEEB}"/>
    <dgm:cxn modelId="{8F22C749-0145-4E22-8F18-56188BFDCA72}" type="presOf" srcId="{36F2F629-289A-42F4-93A0-9FCC3404EFF5}" destId="{C9492292-CF97-4A70-918F-0F96F6641307}" srcOrd="0" destOrd="0" presId="urn:microsoft.com/office/officeart/2005/8/layout/list1"/>
    <dgm:cxn modelId="{DABB1080-A4BE-40B6-957E-858053C1D77C}" srcId="{C5E8621C-E4D6-4BF1-9CAE-7208B233FF80}" destId="{36F2F629-289A-42F4-93A0-9FCC3404EFF5}" srcOrd="0" destOrd="0" parTransId="{8E4677D2-4F4D-4827-BD13-AC833DA325AD}" sibTransId="{226E0F4B-EA89-4521-A10C-F6DC85BC186D}"/>
    <dgm:cxn modelId="{4BEED191-5BAE-4CAE-ABDF-3A60D7ED6BC9}" type="presOf" srcId="{4988CD99-AB37-41E8-9A98-6C06F3C9E735}" destId="{B13517A6-FB8D-4779-B984-930253162C07}" srcOrd="1" destOrd="0" presId="urn:microsoft.com/office/officeart/2005/8/layout/list1"/>
    <dgm:cxn modelId="{39EE55A4-E91D-4287-995C-2C8CA0E552DF}" type="presOf" srcId="{05779C0C-2D14-4837-B195-66C7EDD0B77B}" destId="{F14732CD-99D5-4560-8E8B-EB4CE99C6E97}" srcOrd="0" destOrd="0" presId="urn:microsoft.com/office/officeart/2005/8/layout/list1"/>
    <dgm:cxn modelId="{F95360A9-2E4D-49B7-9730-D9FA8F873713}" srcId="{C5E8621C-E4D6-4BF1-9CAE-7208B233FF80}" destId="{05779C0C-2D14-4837-B195-66C7EDD0B77B}" srcOrd="1" destOrd="0" parTransId="{094B2494-724F-45B8-B7E4-948D59035F8C}" sibTransId="{D47E006C-FF7C-4E49-9E24-E3A26E7D3155}"/>
    <dgm:cxn modelId="{F1D6BCAD-7D35-45E7-AB4A-BA623B3AC8AB}" srcId="{C5E8621C-E4D6-4BF1-9CAE-7208B233FF80}" destId="{4988CD99-AB37-41E8-9A98-6C06F3C9E735}" srcOrd="3" destOrd="0" parTransId="{69CCBFF6-DEDB-4014-878A-53DCBBAC4C8C}" sibTransId="{26A68A55-15AA-4A8E-8BBD-3920905E000B}"/>
    <dgm:cxn modelId="{3C88C7C4-2C39-4802-86C2-C2D5825FE70A}" type="presOf" srcId="{36F2F629-289A-42F4-93A0-9FCC3404EFF5}" destId="{EA62B43F-3181-4861-85D5-9F57F95EB4CC}" srcOrd="1" destOrd="0" presId="urn:microsoft.com/office/officeart/2005/8/layout/list1"/>
    <dgm:cxn modelId="{89BED7D1-FF5B-4EF1-A6E9-FE36B34B9C53}" type="presOf" srcId="{407577A8-F199-47B3-9AA1-9B6BD52803A9}" destId="{F30F7A69-0E3F-47B4-B452-E21BC11D0D06}" srcOrd="1" destOrd="0" presId="urn:microsoft.com/office/officeart/2005/8/layout/list1"/>
    <dgm:cxn modelId="{FB03F1D1-EE01-4F2D-BD9F-D4274A1C48A3}" type="presOf" srcId="{05779C0C-2D14-4837-B195-66C7EDD0B77B}" destId="{8315FCC0-EB0F-4A5D-94D2-218E90488CC5}" srcOrd="1" destOrd="0" presId="urn:microsoft.com/office/officeart/2005/8/layout/list1"/>
    <dgm:cxn modelId="{3D07F0E6-A3A6-482F-A568-87FF0BC447F7}" type="presOf" srcId="{C5E8621C-E4D6-4BF1-9CAE-7208B233FF80}" destId="{5B0F3125-8A0D-43AD-B087-0D87601B21B0}" srcOrd="0" destOrd="0" presId="urn:microsoft.com/office/officeart/2005/8/layout/list1"/>
    <dgm:cxn modelId="{3ED1D0F2-C731-4EC6-9552-2664C419251A}" type="presOf" srcId="{407577A8-F199-47B3-9AA1-9B6BD52803A9}" destId="{47A7D3AD-92A1-4931-93E2-9CCB580462A9}" srcOrd="0" destOrd="0" presId="urn:microsoft.com/office/officeart/2005/8/layout/list1"/>
    <dgm:cxn modelId="{66B779F7-9D2E-47F7-8381-838EFD963EBC}" type="presOf" srcId="{4988CD99-AB37-41E8-9A98-6C06F3C9E735}" destId="{39F31B9B-EEEB-4929-BE9F-95F4E146716E}" srcOrd="0" destOrd="0" presId="urn:microsoft.com/office/officeart/2005/8/layout/list1"/>
    <dgm:cxn modelId="{031C727B-2B3C-48E2-9B67-DE582DA419C3}" type="presParOf" srcId="{5B0F3125-8A0D-43AD-B087-0D87601B21B0}" destId="{E40833CC-D8A2-4B57-9786-BC5F32BE37C0}" srcOrd="0" destOrd="0" presId="urn:microsoft.com/office/officeart/2005/8/layout/list1"/>
    <dgm:cxn modelId="{A2373706-731A-42CB-88F0-766E1CEE3924}" type="presParOf" srcId="{E40833CC-D8A2-4B57-9786-BC5F32BE37C0}" destId="{C9492292-CF97-4A70-918F-0F96F6641307}" srcOrd="0" destOrd="0" presId="urn:microsoft.com/office/officeart/2005/8/layout/list1"/>
    <dgm:cxn modelId="{896D32D5-B36C-43F1-9C9E-86660BD41881}" type="presParOf" srcId="{E40833CC-D8A2-4B57-9786-BC5F32BE37C0}" destId="{EA62B43F-3181-4861-85D5-9F57F95EB4CC}" srcOrd="1" destOrd="0" presId="urn:microsoft.com/office/officeart/2005/8/layout/list1"/>
    <dgm:cxn modelId="{E0BE1238-6676-4D2D-A994-FD1502D950CB}" type="presParOf" srcId="{5B0F3125-8A0D-43AD-B087-0D87601B21B0}" destId="{1906B571-B004-4F37-92F9-0ED4E3D642BE}" srcOrd="1" destOrd="0" presId="urn:microsoft.com/office/officeart/2005/8/layout/list1"/>
    <dgm:cxn modelId="{AF5860DE-6C42-41CB-931F-0CD2FD78E93C}" type="presParOf" srcId="{5B0F3125-8A0D-43AD-B087-0D87601B21B0}" destId="{9CCF5D31-2A69-4F43-9B6D-699C5F6E85CB}" srcOrd="2" destOrd="0" presId="urn:microsoft.com/office/officeart/2005/8/layout/list1"/>
    <dgm:cxn modelId="{794FE8D5-A130-410B-8F09-18804A47E62C}" type="presParOf" srcId="{5B0F3125-8A0D-43AD-B087-0D87601B21B0}" destId="{C970227E-4D1C-4004-97E8-35BB76F0D2C1}" srcOrd="3" destOrd="0" presId="urn:microsoft.com/office/officeart/2005/8/layout/list1"/>
    <dgm:cxn modelId="{5D52E259-4AD3-4E13-BB9A-DD5AF9FA8501}" type="presParOf" srcId="{5B0F3125-8A0D-43AD-B087-0D87601B21B0}" destId="{7F41B5B9-0B52-4DE1-8AAA-B4C9C0436A47}" srcOrd="4" destOrd="0" presId="urn:microsoft.com/office/officeart/2005/8/layout/list1"/>
    <dgm:cxn modelId="{789C2BB4-376A-4819-BC14-DB59CE6AA174}" type="presParOf" srcId="{7F41B5B9-0B52-4DE1-8AAA-B4C9C0436A47}" destId="{F14732CD-99D5-4560-8E8B-EB4CE99C6E97}" srcOrd="0" destOrd="0" presId="urn:microsoft.com/office/officeart/2005/8/layout/list1"/>
    <dgm:cxn modelId="{FB90C838-8FE1-4164-AC52-2D0E6A1CCC19}" type="presParOf" srcId="{7F41B5B9-0B52-4DE1-8AAA-B4C9C0436A47}" destId="{8315FCC0-EB0F-4A5D-94D2-218E90488CC5}" srcOrd="1" destOrd="0" presId="urn:microsoft.com/office/officeart/2005/8/layout/list1"/>
    <dgm:cxn modelId="{4586A1D2-DA77-4260-AC10-8B8CDE2A4942}" type="presParOf" srcId="{5B0F3125-8A0D-43AD-B087-0D87601B21B0}" destId="{797EFE7F-CEF4-465A-A73C-CEEEA4A3780E}" srcOrd="5" destOrd="0" presId="urn:microsoft.com/office/officeart/2005/8/layout/list1"/>
    <dgm:cxn modelId="{164CA454-2008-4D44-96EC-E288AC01A697}" type="presParOf" srcId="{5B0F3125-8A0D-43AD-B087-0D87601B21B0}" destId="{A2C283C6-C62F-4900-9638-833972D98915}" srcOrd="6" destOrd="0" presId="urn:microsoft.com/office/officeart/2005/8/layout/list1"/>
    <dgm:cxn modelId="{FA0C19CA-8DBC-4548-B37B-A8407FDD1E2F}" type="presParOf" srcId="{5B0F3125-8A0D-43AD-B087-0D87601B21B0}" destId="{1DFFB29C-6EA1-40BF-A74B-956C61023D9D}" srcOrd="7" destOrd="0" presId="urn:microsoft.com/office/officeart/2005/8/layout/list1"/>
    <dgm:cxn modelId="{63CCFDF1-D85D-4C08-ADD1-0A638FAAB81B}" type="presParOf" srcId="{5B0F3125-8A0D-43AD-B087-0D87601B21B0}" destId="{EAF85E36-9A44-4068-AA6F-5208DD04CEC8}" srcOrd="8" destOrd="0" presId="urn:microsoft.com/office/officeart/2005/8/layout/list1"/>
    <dgm:cxn modelId="{770BE1F4-0558-4D17-AD0D-9F67DDD23E95}" type="presParOf" srcId="{EAF85E36-9A44-4068-AA6F-5208DD04CEC8}" destId="{47A7D3AD-92A1-4931-93E2-9CCB580462A9}" srcOrd="0" destOrd="0" presId="urn:microsoft.com/office/officeart/2005/8/layout/list1"/>
    <dgm:cxn modelId="{5E3A8F73-5DC6-456C-BFF5-EE45D911E66C}" type="presParOf" srcId="{EAF85E36-9A44-4068-AA6F-5208DD04CEC8}" destId="{F30F7A69-0E3F-47B4-B452-E21BC11D0D06}" srcOrd="1" destOrd="0" presId="urn:microsoft.com/office/officeart/2005/8/layout/list1"/>
    <dgm:cxn modelId="{BEA8BDD8-D5A2-4BEB-8523-1F129758BC68}" type="presParOf" srcId="{5B0F3125-8A0D-43AD-B087-0D87601B21B0}" destId="{D1A28266-DA04-44FE-9FCF-15A9D9546B5F}" srcOrd="9" destOrd="0" presId="urn:microsoft.com/office/officeart/2005/8/layout/list1"/>
    <dgm:cxn modelId="{0D6D1754-BBF4-4705-AEB7-DA7F61CA09A7}" type="presParOf" srcId="{5B0F3125-8A0D-43AD-B087-0D87601B21B0}" destId="{87A1288A-2F7D-4AAA-9C30-B71CA0F0A9ED}" srcOrd="10" destOrd="0" presId="urn:microsoft.com/office/officeart/2005/8/layout/list1"/>
    <dgm:cxn modelId="{24767F5C-FC82-4DAF-A3D7-F9F177AA8221}" type="presParOf" srcId="{5B0F3125-8A0D-43AD-B087-0D87601B21B0}" destId="{35255B71-3401-402C-AA6B-D0628AA214FE}" srcOrd="11" destOrd="0" presId="urn:microsoft.com/office/officeart/2005/8/layout/list1"/>
    <dgm:cxn modelId="{0BE10C4B-B9CA-46AC-9177-4A7BBBDF7444}" type="presParOf" srcId="{5B0F3125-8A0D-43AD-B087-0D87601B21B0}" destId="{17B5123E-5398-4A2A-BBDB-4202515CE6F7}" srcOrd="12" destOrd="0" presId="urn:microsoft.com/office/officeart/2005/8/layout/list1"/>
    <dgm:cxn modelId="{74B02B49-69F8-4298-93F6-30CCDC33F439}" type="presParOf" srcId="{17B5123E-5398-4A2A-BBDB-4202515CE6F7}" destId="{39F31B9B-EEEB-4929-BE9F-95F4E146716E}" srcOrd="0" destOrd="0" presId="urn:microsoft.com/office/officeart/2005/8/layout/list1"/>
    <dgm:cxn modelId="{88A51654-B687-4AC4-8EFB-7204CB582AD2}" type="presParOf" srcId="{17B5123E-5398-4A2A-BBDB-4202515CE6F7}" destId="{B13517A6-FB8D-4779-B984-930253162C07}" srcOrd="1" destOrd="0" presId="urn:microsoft.com/office/officeart/2005/8/layout/list1"/>
    <dgm:cxn modelId="{2F52361C-52E0-4607-B5F3-0086DFD3B5CB}" type="presParOf" srcId="{5B0F3125-8A0D-43AD-B087-0D87601B21B0}" destId="{625D3DC7-23E2-4755-98AB-5CBBE235A4AF}" srcOrd="13" destOrd="0" presId="urn:microsoft.com/office/officeart/2005/8/layout/list1"/>
    <dgm:cxn modelId="{DE59C1F6-DD21-4B93-8E36-1AECC323A742}" type="presParOf" srcId="{5B0F3125-8A0D-43AD-B087-0D87601B21B0}" destId="{CB9FE598-442C-43FF-A57D-70675FE0DAD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E3A9E-CF7D-41BC-887C-5DB1EDCB1BB6}">
      <dsp:nvSpPr>
        <dsp:cNvPr id="0" name=""/>
        <dsp:cNvSpPr/>
      </dsp:nvSpPr>
      <dsp:spPr>
        <a:xfrm>
          <a:off x="537325" y="2250"/>
          <a:ext cx="1834934" cy="983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Data Collection</a:t>
          </a:r>
        </a:p>
      </dsp:txBody>
      <dsp:txXfrm>
        <a:off x="585354" y="50279"/>
        <a:ext cx="1738876" cy="887814"/>
      </dsp:txXfrm>
    </dsp:sp>
    <dsp:sp modelId="{6FB22186-E23B-4427-A371-2F011DE8C33C}">
      <dsp:nvSpPr>
        <dsp:cNvPr id="0" name=""/>
        <dsp:cNvSpPr/>
      </dsp:nvSpPr>
      <dsp:spPr>
        <a:xfrm>
          <a:off x="537325" y="1035316"/>
          <a:ext cx="1834934" cy="983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Data Cleaning</a:t>
          </a:r>
        </a:p>
      </dsp:txBody>
      <dsp:txXfrm>
        <a:off x="585354" y="1083345"/>
        <a:ext cx="1738876" cy="887814"/>
      </dsp:txXfrm>
    </dsp:sp>
    <dsp:sp modelId="{8086F8FB-C642-4D9C-868F-A4832EB247F8}">
      <dsp:nvSpPr>
        <dsp:cNvPr id="0" name=""/>
        <dsp:cNvSpPr/>
      </dsp:nvSpPr>
      <dsp:spPr>
        <a:xfrm>
          <a:off x="537325" y="2068383"/>
          <a:ext cx="1834934" cy="983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EDA</a:t>
          </a:r>
        </a:p>
      </dsp:txBody>
      <dsp:txXfrm>
        <a:off x="585354" y="2116412"/>
        <a:ext cx="1738876" cy="887814"/>
      </dsp:txXfrm>
    </dsp:sp>
    <dsp:sp modelId="{BF71D316-64B9-4403-A49A-4492D1EA8A30}">
      <dsp:nvSpPr>
        <dsp:cNvPr id="0" name=""/>
        <dsp:cNvSpPr/>
      </dsp:nvSpPr>
      <dsp:spPr>
        <a:xfrm>
          <a:off x="537325" y="3101450"/>
          <a:ext cx="1834934" cy="983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Dashboard Development</a:t>
          </a:r>
        </a:p>
      </dsp:txBody>
      <dsp:txXfrm>
        <a:off x="585354" y="3149479"/>
        <a:ext cx="1738876" cy="887814"/>
      </dsp:txXfrm>
    </dsp:sp>
    <dsp:sp modelId="{9AEAEE19-BD22-443C-8E40-2B8810F19027}">
      <dsp:nvSpPr>
        <dsp:cNvPr id="0" name=""/>
        <dsp:cNvSpPr/>
      </dsp:nvSpPr>
      <dsp:spPr>
        <a:xfrm>
          <a:off x="537325" y="4134516"/>
          <a:ext cx="1834934" cy="983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Business Insights</a:t>
          </a:r>
        </a:p>
      </dsp:txBody>
      <dsp:txXfrm>
        <a:off x="585354" y="4182545"/>
        <a:ext cx="1738876" cy="887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F5D31-2A69-4F43-9B6D-699C5F6E85CB}">
      <dsp:nvSpPr>
        <dsp:cNvPr id="0" name=""/>
        <dsp:cNvSpPr/>
      </dsp:nvSpPr>
      <dsp:spPr>
        <a:xfrm>
          <a:off x="0" y="451436"/>
          <a:ext cx="347472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2B43F-3181-4861-85D5-9F57F95EB4CC}">
      <dsp:nvSpPr>
        <dsp:cNvPr id="0" name=""/>
        <dsp:cNvSpPr/>
      </dsp:nvSpPr>
      <dsp:spPr>
        <a:xfrm>
          <a:off x="173736" y="82436"/>
          <a:ext cx="2432304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35" tIns="0" rIns="9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PYTHON</a:t>
          </a:r>
        </a:p>
      </dsp:txBody>
      <dsp:txXfrm>
        <a:off x="209762" y="118462"/>
        <a:ext cx="2360252" cy="665948"/>
      </dsp:txXfrm>
    </dsp:sp>
    <dsp:sp modelId="{A2C283C6-C62F-4900-9638-833972D98915}">
      <dsp:nvSpPr>
        <dsp:cNvPr id="0" name=""/>
        <dsp:cNvSpPr/>
      </dsp:nvSpPr>
      <dsp:spPr>
        <a:xfrm>
          <a:off x="0" y="1585436"/>
          <a:ext cx="347472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5FCC0-EB0F-4A5D-94D2-218E90488CC5}">
      <dsp:nvSpPr>
        <dsp:cNvPr id="0" name=""/>
        <dsp:cNvSpPr/>
      </dsp:nvSpPr>
      <dsp:spPr>
        <a:xfrm>
          <a:off x="173736" y="1216436"/>
          <a:ext cx="2432304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35" tIns="0" rIns="9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SQL</a:t>
          </a:r>
        </a:p>
      </dsp:txBody>
      <dsp:txXfrm>
        <a:off x="209762" y="1252462"/>
        <a:ext cx="2360252" cy="665948"/>
      </dsp:txXfrm>
    </dsp:sp>
    <dsp:sp modelId="{87A1288A-2F7D-4AAA-9C30-B71CA0F0A9ED}">
      <dsp:nvSpPr>
        <dsp:cNvPr id="0" name=""/>
        <dsp:cNvSpPr/>
      </dsp:nvSpPr>
      <dsp:spPr>
        <a:xfrm>
          <a:off x="0" y="2719436"/>
          <a:ext cx="347472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F7A69-0E3F-47B4-B452-E21BC11D0D06}">
      <dsp:nvSpPr>
        <dsp:cNvPr id="0" name=""/>
        <dsp:cNvSpPr/>
      </dsp:nvSpPr>
      <dsp:spPr>
        <a:xfrm>
          <a:off x="173736" y="2350436"/>
          <a:ext cx="2432304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35" tIns="0" rIns="9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POWER BI</a:t>
          </a:r>
        </a:p>
      </dsp:txBody>
      <dsp:txXfrm>
        <a:off x="209762" y="2386462"/>
        <a:ext cx="2360252" cy="665948"/>
      </dsp:txXfrm>
    </dsp:sp>
    <dsp:sp modelId="{CB9FE598-442C-43FF-A57D-70675FE0DADC}">
      <dsp:nvSpPr>
        <dsp:cNvPr id="0" name=""/>
        <dsp:cNvSpPr/>
      </dsp:nvSpPr>
      <dsp:spPr>
        <a:xfrm>
          <a:off x="0" y="3853436"/>
          <a:ext cx="347472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517A6-FB8D-4779-B984-930253162C07}">
      <dsp:nvSpPr>
        <dsp:cNvPr id="0" name=""/>
        <dsp:cNvSpPr/>
      </dsp:nvSpPr>
      <dsp:spPr>
        <a:xfrm>
          <a:off x="173736" y="3484436"/>
          <a:ext cx="2432304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35" tIns="0" rIns="9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CSV DATASETS</a:t>
          </a:r>
        </a:p>
      </dsp:txBody>
      <dsp:txXfrm>
        <a:off x="209762" y="3520462"/>
        <a:ext cx="2360252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1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3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7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63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4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66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61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29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74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4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4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FC06432-D41F-42E7-AE07-4836627400C6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915D359-371F-4BFE-912E-E05437C23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47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B731-7CF7-626D-094D-A1B445061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82" y="1298448"/>
            <a:ext cx="8983745" cy="325526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AI-Enabled Business Intelligence Internship-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Capstone Project</a:t>
            </a:r>
            <a:br>
              <a:rPr lang="en-IN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F582D-FDC3-6EA1-8921-9AC7E82CE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682" y="4098303"/>
            <a:ext cx="8041064" cy="170860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StaySense BI</a:t>
            </a:r>
            <a:br>
              <a:rPr lang="en-IN" sz="3600" b="1" dirty="0">
                <a:solidFill>
                  <a:schemeClr val="bg1"/>
                </a:solidFill>
              </a:rPr>
            </a:br>
            <a:r>
              <a:rPr lang="en-IN" sz="2800" b="1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Airbnb Business Intelligence Dashboard</a:t>
            </a:r>
            <a:endParaRPr lang="en-IN" sz="3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C853D-7269-6236-F9D0-EC975F22400F}"/>
              </a:ext>
            </a:extLst>
          </p:cNvPr>
          <p:cNvSpPr txBox="1"/>
          <p:nvPr/>
        </p:nvSpPr>
        <p:spPr>
          <a:xfrm>
            <a:off x="9379670" y="4469586"/>
            <a:ext cx="24086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  <a:br>
              <a:rPr lang="en-IN" i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Juhi Kansal</a:t>
            </a:r>
          </a:p>
          <a:p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Intern ID: TBI-26101032</a:t>
            </a:r>
          </a:p>
          <a:p>
            <a:endParaRPr lang="en-IN" dirty="0"/>
          </a:p>
        </p:txBody>
      </p:sp>
      <p:pic>
        <p:nvPicPr>
          <p:cNvPr id="5" name="Picture 4" descr="About us - Airbnb Newsroom">
            <a:extLst>
              <a:ext uri="{FF2B5EF4-FFF2-40B4-BE49-F238E27FC236}">
                <a16:creationId xmlns:a16="http://schemas.microsoft.com/office/drawing/2014/main" id="{D4CD0727-300A-5546-D208-3F0FB8816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670" y="1188085"/>
            <a:ext cx="2662289" cy="291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0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4B55-9771-CEDF-EC53-0CC27288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11" y="868679"/>
            <a:ext cx="3074743" cy="496981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StaySense BI</a:t>
            </a:r>
            <a:br>
              <a:rPr lang="en-IN" sz="2400" dirty="0"/>
            </a:br>
            <a:br>
              <a:rPr lang="en-IN" sz="2400" dirty="0"/>
            </a:br>
            <a:r>
              <a:rPr lang="en-IN" sz="2400" b="1" dirty="0"/>
              <a:t>Overview</a:t>
            </a:r>
            <a:br>
              <a:rPr lang="en-IN" sz="2400" dirty="0"/>
            </a:br>
            <a:br>
              <a:rPr lang="en-IN" sz="2400" dirty="0"/>
            </a:br>
            <a:r>
              <a:rPr lang="en-IN" sz="2400" i="1" dirty="0">
                <a:solidFill>
                  <a:schemeClr val="bg1"/>
                </a:solidFill>
              </a:rPr>
              <a:t>Developed an interactive Business Intelligence dashboard that transforms Airbnb NYC listing data into actionable business insights for property managers and analysts.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35A6-0504-866E-DEAF-5C144DE9B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2235" y="347376"/>
            <a:ext cx="3474720" cy="104260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r>
              <a:rPr lang="en-IN" sz="11200" b="1" dirty="0"/>
              <a:t>Technologies Used:</a:t>
            </a:r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1E4E9C5-BC02-34A0-56BF-BD4AAD3F0D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7334894"/>
              </p:ext>
            </p:extLst>
          </p:nvPr>
        </p:nvGraphicFramePr>
        <p:xfrm>
          <a:off x="8553409" y="1255178"/>
          <a:ext cx="2909585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1A9FCDF-C9E9-C890-4ADC-9A014E4653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306570"/>
              </p:ext>
            </p:extLst>
          </p:nvPr>
        </p:nvGraphicFramePr>
        <p:xfrm>
          <a:off x="4588497" y="1532561"/>
          <a:ext cx="3474720" cy="4565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39508C8-89A1-E352-602A-E86D3983B3B3}"/>
              </a:ext>
            </a:extLst>
          </p:cNvPr>
          <p:cNvSpPr txBox="1">
            <a:spLocks/>
          </p:cNvSpPr>
          <p:nvPr/>
        </p:nvSpPr>
        <p:spPr>
          <a:xfrm>
            <a:off x="8270841" y="336533"/>
            <a:ext cx="3474720" cy="1042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r>
              <a:rPr lang="en-IN" sz="11200" b="1" dirty="0"/>
              <a:t>Workflow</a:t>
            </a:r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 algn="ctr">
              <a:buFont typeface="Wingdings 2" pitchFamily="18" charset="2"/>
              <a:buNone/>
            </a:pPr>
            <a:endParaRPr lang="en-IN" b="1" dirty="0"/>
          </a:p>
          <a:p>
            <a:pPr marL="0" indent="0">
              <a:buFont typeface="Wingdings 2" pitchFamily="18" charset="2"/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014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2E99-44E5-2402-C721-4257ABE8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/>
              <a:t>Learning 1</a:t>
            </a:r>
            <a:br>
              <a:rPr lang="en-IN" dirty="0"/>
            </a:br>
            <a:br>
              <a:rPr lang="en-IN" dirty="0"/>
            </a:br>
            <a:r>
              <a:rPr lang="en-IN" sz="3600" dirty="0"/>
              <a:t>Data Cleaning &amp; Preparation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E6E7D-BFD2-3D9B-F309-96936567A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2900" b="1" dirty="0"/>
              <a:t>What I learned</a:t>
            </a:r>
          </a:p>
          <a:p>
            <a:r>
              <a:rPr lang="en-IN" sz="2900" dirty="0"/>
              <a:t>✔ Handling missing values</a:t>
            </a:r>
          </a:p>
          <a:p>
            <a:r>
              <a:rPr lang="en-IN" sz="2900" dirty="0"/>
              <a:t>✔ Removing duplicates</a:t>
            </a:r>
          </a:p>
          <a:p>
            <a:r>
              <a:rPr lang="en-IN" sz="2900" dirty="0"/>
              <a:t>✔ Standardizing data</a:t>
            </a:r>
          </a:p>
          <a:p>
            <a:r>
              <a:rPr lang="en-IN" sz="2900" dirty="0"/>
              <a:t>✔ Preparing datasets for analysis</a:t>
            </a:r>
          </a:p>
          <a:p>
            <a:endParaRPr lang="en-IN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C7D5438-BD3E-29A2-6FFA-C088DFECE71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" b="7110"/>
          <a:stretch>
            <a:fillRect/>
          </a:stretch>
        </p:blipFill>
        <p:spPr>
          <a:xfrm>
            <a:off x="3570644" y="754145"/>
            <a:ext cx="8115230" cy="5344226"/>
          </a:xfrm>
          <a:prstGeom prst="rect">
            <a:avLst/>
          </a:prstGeom>
          <a:solidFill>
            <a:srgbClr val="FFFFFF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50824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EFE469-6FA2-CDB3-8F00-45C7C82FEDD5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2FFBA-544D-F479-5BC1-97E4117B4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900" b="1" dirty="0"/>
              <a:t>Insights Found</a:t>
            </a:r>
          </a:p>
          <a:p>
            <a:r>
              <a:rPr lang="en-IN" sz="1900" dirty="0"/>
              <a:t>✔ Price distribution</a:t>
            </a:r>
          </a:p>
          <a:p>
            <a:r>
              <a:rPr lang="en-IN" sz="1900" dirty="0"/>
              <a:t>✔ Room type popularity</a:t>
            </a:r>
          </a:p>
          <a:p>
            <a:r>
              <a:rPr lang="en-IN" sz="1900" dirty="0"/>
              <a:t>✔ </a:t>
            </a:r>
            <a:r>
              <a:rPr lang="en-IN" sz="1900" dirty="0" err="1"/>
              <a:t>Neighborhood</a:t>
            </a:r>
            <a:r>
              <a:rPr lang="en-IN" sz="1900" dirty="0"/>
              <a:t> trends</a:t>
            </a:r>
          </a:p>
          <a:p>
            <a:r>
              <a:rPr lang="en-IN" sz="1900" dirty="0"/>
              <a:t>✔ Review patterns</a:t>
            </a:r>
          </a:p>
          <a:p>
            <a:r>
              <a:rPr lang="en-IN" sz="1900" dirty="0"/>
              <a:t>✔ Correlation analysis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EBBB4-32BB-5AE7-815C-B4132A5CC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644" y="2946685"/>
            <a:ext cx="4148004" cy="3143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FD180-5158-A939-2F35-AF9FAF730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648" y="736167"/>
            <a:ext cx="3967226" cy="53622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B8E152-EFC2-F50A-847B-C49022AD2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9845"/>
          <a:stretch>
            <a:fillRect/>
          </a:stretch>
        </p:blipFill>
        <p:spPr>
          <a:xfrm>
            <a:off x="3570644" y="727398"/>
            <a:ext cx="4148004" cy="2203661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232890ED-FBC5-7B3D-BD56-B4DB605A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221992"/>
          </a:xfrm>
        </p:spPr>
        <p:txBody>
          <a:bodyPr/>
          <a:lstStyle/>
          <a:p>
            <a:r>
              <a:rPr lang="en-IN" sz="4000" b="1" dirty="0"/>
              <a:t>Learning 2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239263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4002-B18B-C9F4-8E5A-AEA70713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400" b="1" dirty="0"/>
            </a:br>
            <a:br>
              <a:rPr lang="en-IN" sz="4400" b="1" dirty="0"/>
            </a:br>
            <a:br>
              <a:rPr lang="en-IN" sz="4400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BA357-57AA-5D90-9712-2FFFA198C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900" b="1" dirty="0"/>
              <a:t>Dashboard Features</a:t>
            </a:r>
          </a:p>
          <a:p>
            <a:r>
              <a:rPr lang="en-IN" sz="1900" dirty="0"/>
              <a:t>✔ KPI Cards</a:t>
            </a:r>
          </a:p>
          <a:p>
            <a:r>
              <a:rPr lang="en-IN" sz="1900" dirty="0"/>
              <a:t>✔ Maps</a:t>
            </a:r>
          </a:p>
          <a:p>
            <a:r>
              <a:rPr lang="en-IN" sz="1900" dirty="0"/>
              <a:t>✔ Slicers</a:t>
            </a:r>
          </a:p>
          <a:p>
            <a:r>
              <a:rPr lang="en-IN" sz="1900" dirty="0"/>
              <a:t>✔ Interactive Filters</a:t>
            </a:r>
          </a:p>
          <a:p>
            <a:r>
              <a:rPr lang="en-IN" sz="1900" dirty="0"/>
              <a:t>✔ Business Insights</a:t>
            </a:r>
          </a:p>
          <a:p>
            <a:endParaRPr lang="en-IN" dirty="0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8C81A314-5D0B-8EE8-D155-1C298D9ED38E}"/>
              </a:ext>
            </a:extLst>
          </p:cNvPr>
          <p:cNvSpPr txBox="1">
            <a:spLocks/>
          </p:cNvSpPr>
          <p:nvPr/>
        </p:nvSpPr>
        <p:spPr>
          <a:xfrm>
            <a:off x="256032" y="1765169"/>
            <a:ext cx="2834640" cy="187357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/>
              <a:t>Learning 3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Dashboard Development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5BB6C6-5C39-B223-3DBF-CCD36617C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534" y="346741"/>
            <a:ext cx="4736796" cy="6292533"/>
          </a:xfrm>
          <a:prstGeom prst="rect">
            <a:avLst/>
          </a:prstGeom>
        </p:spPr>
      </p:pic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EC47D45D-8226-1094-8C2D-53FA60EE4C6C}"/>
              </a:ext>
            </a:extLst>
          </p:cNvPr>
          <p:cNvSpPr/>
          <p:nvPr/>
        </p:nvSpPr>
        <p:spPr>
          <a:xfrm>
            <a:off x="9187805" y="1765169"/>
            <a:ext cx="2748163" cy="2248764"/>
          </a:xfrm>
          <a:prstGeom prst="wedgeEllipse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solidFill>
                  <a:srgbClr val="0070C0"/>
                </a:solidFill>
              </a:rPr>
              <a:t>Created this dashboard on looker studio</a:t>
            </a:r>
          </a:p>
          <a:p>
            <a:pPr algn="ctr"/>
            <a:endParaRPr lang="en-IN" i="1" dirty="0">
              <a:solidFill>
                <a:srgbClr val="0070C0"/>
              </a:solidFill>
            </a:endParaRPr>
          </a:p>
          <a:p>
            <a:pPr algn="ctr"/>
            <a:r>
              <a:rPr lang="en-IN" i="1" dirty="0">
                <a:solidFill>
                  <a:srgbClr val="0070C0"/>
                </a:solidFill>
              </a:rPr>
              <a:t>https://datastudio.google.com/s/v_IxaJQv51o</a:t>
            </a:r>
          </a:p>
        </p:txBody>
      </p:sp>
    </p:spTree>
    <p:extLst>
      <p:ext uri="{BB962C8B-B14F-4D97-AF65-F5344CB8AC3E}">
        <p14:creationId xmlns:p14="http://schemas.microsoft.com/office/powerpoint/2010/main" val="372259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9A48-64EB-38A6-D5D1-4DEF5CF36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09" y="1496411"/>
            <a:ext cx="3035431" cy="4565024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Challenges Faced</a:t>
            </a:r>
            <a:br>
              <a:rPr lang="en-IN" sz="4400" b="1" dirty="0">
                <a:solidFill>
                  <a:schemeClr val="bg1"/>
                </a:solidFill>
              </a:rPr>
            </a:br>
            <a:br>
              <a:rPr lang="en-IN" sz="4400" b="1" dirty="0">
                <a:solidFill>
                  <a:schemeClr val="bg1"/>
                </a:solidFill>
              </a:rPr>
            </a:br>
            <a:r>
              <a:rPr lang="en-IN" sz="3600" b="1" dirty="0">
                <a:solidFill>
                  <a:schemeClr val="bg1"/>
                </a:solidFill>
              </a:rPr>
              <a:t>Choosing the Right Visualizations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259AA-12D7-1C8A-2794-7CCB766D1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9065" y="713326"/>
            <a:ext cx="7315200" cy="914400"/>
          </a:xfrm>
        </p:spPr>
        <p:txBody>
          <a:bodyPr>
            <a:noAutofit/>
          </a:bodyPr>
          <a:lstStyle/>
          <a:p>
            <a:r>
              <a:rPr lang="en-IN" sz="1800" b="1" dirty="0"/>
              <a:t>Problem: </a:t>
            </a:r>
            <a:r>
              <a:rPr lang="en-IN" sz="1800" dirty="0"/>
              <a:t>Initially, I created several charts that displayed similar information, making the dashboard repetitive and less effective.</a:t>
            </a:r>
          </a:p>
          <a:p>
            <a:endParaRPr lang="en-IN" sz="1800" b="1" dirty="0"/>
          </a:p>
          <a:p>
            <a:r>
              <a:rPr lang="en-IN" sz="1800" b="1" dirty="0"/>
              <a:t>Solution</a:t>
            </a:r>
          </a:p>
          <a:p>
            <a:endParaRPr lang="en-IN" sz="1800" b="1" dirty="0"/>
          </a:p>
          <a:p>
            <a:r>
              <a:rPr lang="en-IN" sz="1800" dirty="0"/>
              <a:t>✔ Refined dashboard layout</a:t>
            </a:r>
          </a:p>
          <a:p>
            <a:endParaRPr lang="en-IN" sz="1800" dirty="0"/>
          </a:p>
          <a:p>
            <a:r>
              <a:rPr lang="en-IN" sz="1800" dirty="0"/>
              <a:t>✔ Selected meaningful charts</a:t>
            </a:r>
          </a:p>
          <a:p>
            <a:endParaRPr lang="en-IN" sz="1800" dirty="0"/>
          </a:p>
          <a:p>
            <a:r>
              <a:rPr lang="en-IN" sz="1800" dirty="0"/>
              <a:t>✔ Added KPI cards</a:t>
            </a:r>
          </a:p>
          <a:p>
            <a:endParaRPr lang="en-IN" sz="1800" dirty="0"/>
          </a:p>
          <a:p>
            <a:r>
              <a:rPr lang="en-IN" sz="1800" dirty="0"/>
              <a:t>✔ Improved interactivity using slicers</a:t>
            </a:r>
          </a:p>
          <a:p>
            <a:endParaRPr lang="en-IN" sz="1800" dirty="0"/>
          </a:p>
          <a:p>
            <a:r>
              <a:rPr lang="en-IN" sz="1800" dirty="0"/>
              <a:t>✔ Focused on business decision-making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64260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B03B-B764-E4EA-0828-79CF9DE2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Future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65884-589E-7618-29D0-66DF05536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7912" y="719977"/>
            <a:ext cx="3474720" cy="807720"/>
          </a:xfrm>
        </p:spPr>
        <p:txBody>
          <a:bodyPr/>
          <a:lstStyle/>
          <a:p>
            <a:r>
              <a:rPr lang="en-IN" dirty="0"/>
              <a:t>Technical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AA3F7-E93C-8496-79F1-5BD01151F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✔ Improve SQL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Advanced Python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Learn Predictive Analytics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Explore AI-enabled BI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Learn Cloud Data Pipelines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FD7CF1-C4D3-6BEC-A51E-98ED181EB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18463" y="714526"/>
            <a:ext cx="3474720" cy="813171"/>
          </a:xfrm>
        </p:spPr>
        <p:txBody>
          <a:bodyPr/>
          <a:lstStyle/>
          <a:p>
            <a:r>
              <a:rPr lang="en-IN" dirty="0"/>
              <a:t>Personal Goals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0922C-C015-DC4D-5732-46C44F1A6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18463" y="1846095"/>
            <a:ext cx="3682238" cy="402336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✔ Better Dashboard Design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Stronger Business Storytelling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Industry-ready BI Skills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998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72CB-4F20-2721-7D4E-35A1AEEFE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BA035-A9F4-3FDD-C5F7-D945C6C4E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Month 1 Reflection</a:t>
            </a:r>
          </a:p>
          <a:p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StaySense BI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C74EE-7C87-DCCE-6FE0-4430ED326AC0}"/>
              </a:ext>
            </a:extLst>
          </p:cNvPr>
          <p:cNvSpPr txBox="1"/>
          <p:nvPr/>
        </p:nvSpPr>
        <p:spPr>
          <a:xfrm>
            <a:off x="9312918" y="1166842"/>
            <a:ext cx="25684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Week 1 ✓</a:t>
            </a: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↓</a:t>
            </a:r>
          </a:p>
          <a:p>
            <a:pPr algn="ctr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Week 2 ✓ Data Cleaning</a:t>
            </a:r>
          </a:p>
          <a:p>
            <a:pPr algn="ctr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↓</a:t>
            </a:r>
          </a:p>
          <a:p>
            <a:pPr algn="ctr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Week 3 ✓ EDA</a:t>
            </a:r>
          </a:p>
          <a:p>
            <a:pPr algn="ctr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↓</a:t>
            </a:r>
          </a:p>
          <a:p>
            <a:pPr algn="ctr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Week 4 ✓ Dashboard</a:t>
            </a:r>
          </a:p>
          <a:p>
            <a:pPr algn="ctr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↓</a:t>
            </a:r>
          </a:p>
          <a:p>
            <a:pPr algn="ctr"/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Week 5 ✓ BI Strategy</a:t>
            </a:r>
          </a:p>
        </p:txBody>
      </p:sp>
    </p:spTree>
    <p:extLst>
      <p:ext uri="{BB962C8B-B14F-4D97-AF65-F5344CB8AC3E}">
        <p14:creationId xmlns:p14="http://schemas.microsoft.com/office/powerpoint/2010/main" val="275481544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194</TotalTime>
  <Words>291</Words>
  <Application>Microsoft Office PowerPoint</Application>
  <PresentationFormat>Widescreen</PresentationFormat>
  <Paragraphs>110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Corbel</vt:lpstr>
      <vt:lpstr>Wingdings 2</vt:lpstr>
      <vt:lpstr>Frame</vt:lpstr>
      <vt:lpstr>AI-Enabled Business Intelligence Internship- Capstone Project </vt:lpstr>
      <vt:lpstr>StaySense BI  Overview  Developed an interactive Business Intelligence dashboard that transforms Airbnb NYC listing data into actionable business insights for property managers and analysts.</vt:lpstr>
      <vt:lpstr>Learning 1  Data Cleaning &amp; Preparation </vt:lpstr>
      <vt:lpstr>Learning 2  Exploratory Data Analysis</vt:lpstr>
      <vt:lpstr>    </vt:lpstr>
      <vt:lpstr>Challenges Faced  Choosing the Right Visualizations  </vt:lpstr>
      <vt:lpstr>Future Goals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 Martin</dc:creator>
  <cp:lastModifiedBy>Alexa Martin</cp:lastModifiedBy>
  <cp:revision>7</cp:revision>
  <dcterms:created xsi:type="dcterms:W3CDTF">2026-07-06T13:25:17Z</dcterms:created>
  <dcterms:modified xsi:type="dcterms:W3CDTF">2026-07-06T16:40:18Z</dcterms:modified>
</cp:coreProperties>
</file>